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5" r:id="rId6"/>
    <p:sldId id="266" r:id="rId7"/>
    <p:sldId id="268" r:id="rId8"/>
    <p:sldId id="269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101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399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401840E-3CD2-A0F9-D815-1E88E7B87D0E}"/>
              </a:ext>
            </a:extLst>
          </p:cNvPr>
          <p:cNvSpPr txBox="1"/>
          <p:nvPr/>
        </p:nvSpPr>
        <p:spPr>
          <a:xfrm>
            <a:off x="10553702" y="7376437"/>
            <a:ext cx="4191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HUACHACA PACHECO FERNANDO</a:t>
            </a:r>
          </a:p>
          <a:p>
            <a:r>
              <a:rPr lang="es-PE" dirty="0"/>
              <a:t>PANCORBO DIAZ ELISEO</a:t>
            </a:r>
          </a:p>
          <a:p>
            <a:r>
              <a:rPr lang="es-PE" dirty="0"/>
              <a:t>GUTIERREZ ROBLES MICHAEL DAVID</a:t>
            </a:r>
          </a:p>
          <a:p>
            <a:r>
              <a:rPr lang="es-PE" dirty="0"/>
              <a:t>PANUERA HUARHUA MAX KERVIN</a:t>
            </a:r>
          </a:p>
          <a:p>
            <a:r>
              <a:rPr lang="es-PE" dirty="0"/>
              <a:t>SALLO VARGAS BRYAN</a:t>
            </a:r>
          </a:p>
          <a:p>
            <a:r>
              <a:rPr lang="es-PE" dirty="0"/>
              <a:t>HUARAC YARANGA PAUL ANDRE</a:t>
            </a:r>
          </a:p>
          <a:p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97E831-078E-FE1B-4DDC-B994F93CBA62}"/>
              </a:ext>
            </a:extLst>
          </p:cNvPr>
          <p:cNvSpPr txBox="1"/>
          <p:nvPr/>
        </p:nvSpPr>
        <p:spPr>
          <a:xfrm>
            <a:off x="8839200" y="7745769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INTEGRANTES:</a:t>
            </a:r>
          </a:p>
          <a:p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EA8088-2381-F613-56C1-9377EEE047DB}"/>
              </a:ext>
            </a:extLst>
          </p:cNvPr>
          <p:cNvSpPr txBox="1"/>
          <p:nvPr/>
        </p:nvSpPr>
        <p:spPr>
          <a:xfrm>
            <a:off x="2044700" y="7745769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DOCENTE: </a:t>
            </a:r>
          </a:p>
          <a:p>
            <a:r>
              <a:rPr lang="es-PE" dirty="0"/>
              <a:t>TINTAYA ZEGARRA ELVIO</a:t>
            </a:r>
          </a:p>
          <a:p>
            <a:endParaRPr lang="es-P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00" y="0"/>
            <a:ext cx="8280400" cy="9105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2400"/>
            <a:ext cx="7975600" cy="9258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0" y="-152400"/>
            <a:ext cx="8128000" cy="92964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" y="-152400"/>
            <a:ext cx="8425722" cy="929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28</Words>
  <Application>Microsoft Office PowerPoint</Application>
  <PresentationFormat>Personalizado</PresentationFormat>
  <Paragraphs>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Michael David Gutierrez Robles</dc:creator>
  <cp:lastModifiedBy>eliseo pancorbo</cp:lastModifiedBy>
  <cp:revision>4</cp:revision>
  <dcterms:created xsi:type="dcterms:W3CDTF">2006-08-16T00:00:00Z</dcterms:created>
  <dcterms:modified xsi:type="dcterms:W3CDTF">2026-05-15T15:20:42Z</dcterms:modified>
</cp:coreProperties>
</file>